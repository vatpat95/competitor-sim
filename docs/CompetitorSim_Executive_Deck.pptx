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CompetitorSim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AI-Powered Competitive Reaction Simulation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41148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Executive Briefing  ·  May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Anthropic Claude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We Plan Our Moves, Not Theirs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12745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73152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15568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are built without modeling competitor reactions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 — benchmarking, expert judgment, war-gaming — show only what competitors DID, not what they WILL DO when you act.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12745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73152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61488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"Competitor neglect" costs companies billions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built on static assumptions fail when rivals respond unexpectedly. Executives focus internally and overlook how competitors will counter their moves.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112745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297680"/>
            <a:ext cx="73152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07408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now move faster than any human planning cycle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80060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makes 250M+ price changes per day. Competitors pivot overnight. Traditional war-games produce 2–3 scenarios once a year — no match for real velocity.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 Have a Ceiling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566160" cy="100584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Rearview mirror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past performance — not future intent. Tells you what rivals achieved, not what they plan next.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24528" y="1005840"/>
            <a:ext cx="356616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10789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Judgment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24528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bias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24528" y="2029968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219456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biases cause strategists to overweight their own data. Misses unconventional disruptor moves.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91856" y="1005840"/>
            <a:ext cx="356616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991856" y="10789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War-Gaming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91856" y="1536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scenarios / year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91856" y="2029968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9016" y="219456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but covers only a handful of futures. Real markets generate far more possibilities at far greater speed.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tools can simulate how competitors will respond in real time — before you act.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Simulate How Rivals Think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trained on competitor behavioral data and reason like the rivals they model: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24367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Promo History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the rival changed prices in the past? Do they match cuts or protect margin?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24367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572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Tone &amp; Signals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executives signal in earnings calls? AI parses rhetoric into behavioral intent.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24367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9184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015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Constraints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levels, cash reserves — a cash-constrained rival cannot sustain a price war.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291840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24367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291840"/>
            <a:ext cx="73152" cy="1554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4015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Launch Patterns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7947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cadence and past launches reveal strategic priorities.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Run thousands of "what-if" competitive scenarios in minutes — not months of workshops.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CompetitorSim: Theory Becomes Tool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proof of concept that operationalizes the AI simulation framework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356616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14447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Profiling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4884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12 data points per rival. The scoring engine deterministically converts them into Financial Capacity, Aggression Index, and Strategic Intent scores (0–100).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24528" y="1371600"/>
            <a:ext cx="3566160" cy="59436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4224528" y="13898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38928" y="14447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Multi-Round Simulation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24528" y="1984248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214884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rounds of Claude AI reasoning. Each round, agents see what rivals did and decide whether to adjust. Equilibrium detection stops the simulation when dynamics stabilize (&gt;15-point drift threshold).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91856" y="1371600"/>
            <a:ext cx="356616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991856" y="13898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06256" y="14447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Synthesis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91856" y="1984248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9016" y="214884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orchestrator agent reads all rounds and outputs: market equilibrium state, strategic recommendation, and risk analysis — in plain language executives can act 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1274552" cy="384048"/>
          </a:xfrm>
          <a:prstGeom prst="rect">
            <a:avLst/>
          </a:prstGeom>
          <a:solidFill>
            <a:srgbClr val="C5D8F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33272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—  FRONTEND  (React + Vite + Tailwind)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Tab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company + move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408176"/>
            <a:ext cx="3749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435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Tab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12-field form + live scorecard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408176"/>
            <a:ext cx="37764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435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Tab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+ recommendation + sliders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993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POST /api/simulate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04288"/>
            <a:ext cx="11274552" cy="4754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5000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—  EXPRESS API SERVER  (server.js · localhost:3001)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8346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3566160" cy="4114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54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profileBuilder.js  ·  Scoring Engine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844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Capacity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Aggression Index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24528" y="3127248"/>
            <a:ext cx="35661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224528" y="3154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agents.js  ·  Simulation Engine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24528" y="3557016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35844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→ Round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call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91856" y="3127248"/>
            <a:ext cx="35661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991856" y="3154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prompts.js  ·  Prompt Library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91856" y="3557016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83296" y="35844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prompts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prompt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44074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Claude API calls (claude-sonnet-4-6)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736592"/>
            <a:ext cx="11274552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773168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—  ANTHROPIC CLAUDE API  ·  claude-sonnet-4-6  ·  JSON-only responses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5285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JSON response → SimulationResults.jsx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0" y="5623560"/>
            <a:ext cx="7616952" cy="411480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35" name="Text 33"/>
          <p:cNvSpPr/>
          <p:nvPr/>
        </p:nvSpPr>
        <p:spPr>
          <a:xfrm>
            <a:off x="2331720" y="56509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Rounds · Equilibrium · Recommendation · Risk Analysis · Sensitivity Sliders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TelcoX Considers a 10% Price Cut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87552"/>
            <a:ext cx="112745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TelcoX is planning a 10% price reduction on its core plan. How will competitors react?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3566160" cy="7315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93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ValueNet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Challenger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3566160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500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HIGH  ·  Aggression: HIGH  ·  Intent: HIGH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34640"/>
            <a:ext cx="33375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maximizer with strong cash reserves and aggressive leadership. Will out-discount TelcoX — likely escalating to a 15%+ counter-cut, even at the cost of short-term margin. High probability of triggering a full price war.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24528" y="1572768"/>
            <a:ext cx="3566160" cy="731520"/>
          </a:xfrm>
          <a:prstGeom prst="rect">
            <a:avLst/>
          </a:prstGeom>
          <a:solidFill>
            <a:srgbClr val="1E4D7B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6093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PremiumConnect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24528" y="1993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Brand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24528" y="2322576"/>
            <a:ext cx="3566160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4270248" y="23500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HIGH  ·  Aggression: LOW  ·  Intent: MEDIUM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24528" y="2724912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34256" y="2834640"/>
            <a:ext cx="33375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margin protector. Will hold its price but counter with streaming bundles and data add-ons to justify the premium. Focuses on retaining high-value customers through added value, not price competition.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91856" y="1572768"/>
            <a:ext cx="356616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991856" y="16093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RegionalPlus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91856" y="1993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Cost-Constrained Regional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91856" y="2322576"/>
            <a:ext cx="3566160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8037576" y="23500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LOW  ·  Aggression: MEDIUM  ·  Intent: MEDIUM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91856" y="2724912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01584" y="2834640"/>
            <a:ext cx="33375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 constrained — cannot sustain a price war. Will pivot to underserved rural segments and long-contract offers, sidestepping direct price competition rather than engaging head-to-head.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Reveals: Price Cut Triggers a Lose-Lose War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87552"/>
            <a:ext cx="35661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08760"/>
            <a:ext cx="3337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ValueNet signals a 15% counter-cut. PremiumConnect announces a streaming bundle. RegionalPlus flags a pivot to rural segments.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24528" y="987552"/>
            <a:ext cx="3566160" cy="4114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4224528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24528" y="14173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1508760"/>
            <a:ext cx="3337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PremiumConnect escalates bundle value having seen ValueNet move. RegionalPlus doubles down on niche. ValueNet holds aggressive posture.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987552"/>
            <a:ext cx="35661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991856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91856" y="14173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1508760"/>
            <a:ext cx="3337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shifted by more than 15 points. Equilibrium declared after Round 2. Orchestrator receives all round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01568"/>
            <a:ext cx="11274552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19856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VERDICT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112745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03904"/>
            <a:ext cx="9144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77056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blanket 10% price cut initiates a margin-eroding price war driven by ValueNet, while PremiumConnect insulates itself through bundling and RegionalPlus finds safety in niche segmentation. Recommended alternative: a targeted bundle + segmentation strategy — delivers better subscriber gains with far less competitive blowback and materially better long-term profitability."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21808"/>
            <a:ext cx="11274552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36752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second-order insight the whitepaper predicts AI simulation will surface — and CompetitorSim delivered it in under 60 seconds.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Approach Different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A25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658368" cy="2331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AI Hybrid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anchors AI behavior in real data — Financial Capacity, Aggression Index, Strategic Intent. LLM adds nuanced reasoning on top. Explainable, not a black box. Every decision is traceable to specific inputs.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00584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A2550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005840"/>
            <a:ext cx="658368" cy="2331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73736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160020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stops when competitive dynamics stabilize (no competitor shifts &gt;15 points in magnitude or changes response type). Efficient and realistic — most price-move scenarios reach equilibrium in 2 rounds.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A2550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66160"/>
            <a:ext cx="658368" cy="233172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9768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16052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interactive sliders let strategists instantly re-run the simulation with modified assumptions: competitor financial strength, price cut magnitude, market growth rate, regulatory caps.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56616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A2550"/>
          </a:solidFill>
          <a:ln w="12700">
            <a:solidFill>
              <a:srgbClr val="1A3D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566160"/>
            <a:ext cx="658368" cy="2331720"/>
          </a:xfrm>
          <a:prstGeom prst="rect">
            <a:avLst/>
          </a:prstGeom>
          <a:solidFill>
            <a:srgbClr val="1A3D6B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429768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944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Speed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0" y="416052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3-competitor, 3-round simulation completes in under 60 seconds. ~7–10 Claude API calls. No workshops, no weeks of preparation. Repeatable as often as needed before a major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CompetitorSim Validates Every Pillar of the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87552"/>
            <a:ext cx="55778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Whitepaper Predicts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44768" y="987552"/>
            <a:ext cx="5586984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144768" y="1005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CompetitorSim Delivers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44752"/>
            <a:ext cx="5577840" cy="82296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44752"/>
            <a:ext cx="731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361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role-play competitor reasoning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4768" y="1444752"/>
            <a:ext cx="5586984" cy="82296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1444752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5361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agents receive scored profiles + context, reason in character for each rival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162763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59152"/>
            <a:ext cx="731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505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Multi-round equilibrium simulation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44768" y="2359152"/>
            <a:ext cx="55869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2359152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24505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rounds with 15-point drift threshold — stops when dynamics stabilize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254203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5577840" cy="82296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73552"/>
            <a:ext cx="731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649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data anchors AI behavior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44768" y="3273552"/>
            <a:ext cx="5586984" cy="82296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3273552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327648" y="33649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Capacity, Aggression Index, Strategic Intent — scored before any AI call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2160" y="345643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4187952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87952"/>
            <a:ext cx="731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793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surfaces second-order insights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44768" y="4187952"/>
            <a:ext cx="55869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44768" y="4187952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42793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orchestrator synthesizes all rounds into recommendation + risk analysis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52160" y="437083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57200" y="5102352"/>
            <a:ext cx="5577840" cy="82296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102352"/>
            <a:ext cx="731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51937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for what-if exploration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44768" y="5102352"/>
            <a:ext cx="5586984" cy="822960"/>
          </a:xfrm>
          <a:prstGeom prst="rect">
            <a:avLst/>
          </a:prstGeom>
          <a:solidFill>
            <a:srgbClr val="EBF3FB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44768" y="5102352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6327648" y="51937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sliders re-run simulation instantly with modified parameters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852160" y="528523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Strategic Capability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where AI competitive simulation delivers highest value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3566160" cy="4114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624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566160" cy="1828800"/>
          </a:xfrm>
          <a:prstGeom prst="rect">
            <a:avLst/>
          </a:prstGeom>
          <a:solidFill>
            <a:srgbClr val="1A2550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bundling, 5G rollout reactions — prices fell 6% from 2020–2024 despite rising costs. A simulation can model how rivals retaliate to new unlimited plans or home broadband moves.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1325880"/>
            <a:ext cx="35661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13624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24528" y="1755648"/>
            <a:ext cx="3566160" cy="1828800"/>
          </a:xfrm>
          <a:prstGeom prst="rect">
            <a:avLst/>
          </a:prstGeom>
          <a:solidFill>
            <a:srgbClr val="1A25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1856232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promos, dynamic pricing, loyalty programs. Amazon adjusts 250M+ prices/day. AI agents can predict how a Walmart responds to an Amazon Prime Day.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91856" y="1325880"/>
            <a:ext cx="3566160" cy="41148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7991856" y="136245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91856" y="1755648"/>
            <a:ext cx="3566160" cy="1828800"/>
          </a:xfrm>
          <a:prstGeom prst="rect">
            <a:avLst/>
          </a:prstGeom>
          <a:solidFill>
            <a:srgbClr val="1A255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3296" y="1856232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moves, deposit wars, credit card offers. Banks in 2023 found themselves in a deposit pricing war — an AI simulation would have predicted who moves first.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56616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9417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087368"/>
            <a:ext cx="3566160" cy="1828800"/>
          </a:xfrm>
          <a:prstGeom prst="rect">
            <a:avLst/>
          </a:prstGeom>
          <a:solidFill>
            <a:srgbClr val="1A2550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87952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pricing, dealer incentives, feature launches. Tesla's 2023 price cuts forced Ford to slash prices and GM to delay launches — a predictable cascade AI simulation would have surfaced.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24528" y="3657600"/>
            <a:ext cx="3566160" cy="411480"/>
          </a:xfrm>
          <a:prstGeom prst="rect">
            <a:avLst/>
          </a:prstGeom>
          <a:solidFill>
            <a:srgbClr val="145A5A"/>
          </a:solidFill>
          <a:ln/>
        </p:spPr>
      </p:sp>
      <p:sp>
        <p:nvSpPr>
          <p:cNvPr id="24" name="Text 22"/>
          <p:cNvSpPr/>
          <p:nvPr/>
        </p:nvSpPr>
        <p:spPr>
          <a:xfrm>
            <a:off x="4224528" y="369417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24528" y="4087368"/>
            <a:ext cx="3566160" cy="1828800"/>
          </a:xfrm>
          <a:prstGeom prst="rect">
            <a:avLst/>
          </a:prstGeom>
          <a:solidFill>
            <a:srgbClr val="1A2550"/>
          </a:solidFill>
          <a:ln w="12700">
            <a:solidFill>
              <a:srgbClr val="145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4187952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pricing, SaaS licensing, feature roadmaps. Microsoft, Google, and Amazon all rushed to integrate AI within months of each other in 2023 — winner-takes-all dynamics demand foresight.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263640"/>
            <a:ext cx="11274552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6291072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run AI simulations before major strategic moves will outmaneuver those that don't.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11274552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11274552" cy="1508760"/>
          </a:xfrm>
          <a:prstGeom prst="roundRect">
            <a:avLst>
              <a:gd name="adj" fmla="val 3636"/>
            </a:avLst>
          </a:prstGeom>
          <a:solidFill>
            <a:srgbClr val="1A25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77240" cy="1508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161288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a Real Strategic Decision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18488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high-stakes move coming up. Run CompetitorSim against it. Compare AI predictions to what actually happens in the market over the following weeks. One accurate call builds the confidence to scale.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1274552" cy="1508760"/>
          </a:xfrm>
          <a:prstGeom prst="roundRect">
            <a:avLst>
              <a:gd name="adj" fmla="val 3636"/>
            </a:avLst>
          </a:prstGeom>
          <a:solidFill>
            <a:srgbClr val="1A2550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777240" cy="15087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2852928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Competitor Data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310128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 live signals — earnings call transcripts, patent filings, news feeds. Richer inputs produce more accurate behavioral profiles and more reliable simulations.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11274552" cy="1508760"/>
          </a:xfrm>
          <a:prstGeom prst="roundRect">
            <a:avLst>
              <a:gd name="adj" fmla="val 3636"/>
            </a:avLst>
          </a:prstGeom>
          <a:solidFill>
            <a:srgbClr val="1A2550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434840"/>
            <a:ext cx="777240" cy="150876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4632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4544568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Quarterly Strategy Reviews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5001768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competitive simulation a continuous capability, not a one-off experiment. Before each planning session, run a fresh set of simulations for key initiatives. Those who build this muscle early will outmaneuver others through faster adaptation.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217920"/>
            <a:ext cx="11274552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24535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CompetitorSim  ·  Built on Anthropic Claude  ·  Full whitepaper available on request  ·  May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2026-05-15T00:11:44Z</dcterms:created>
  <dcterms:modified xsi:type="dcterms:W3CDTF">2026-05-15T00:11:44Z</dcterms:modified>
</cp:coreProperties>
</file>